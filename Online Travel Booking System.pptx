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04045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Travel Booking System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908892" y="2928045"/>
            <a:ext cx="532606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Platform for Flights, Hotels &amp; Car Rentals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11526" y="3552825"/>
            <a:ext cx="272094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Project • AI/ML Student • GUVI Platform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691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travel booking is time-consuming and error-prone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platforms needed for flights, hotels, and cars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unified itinerary management system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of real-time availability updates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7924800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platform for seamless travel booking with real-time availability and integrated itinerary management.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957983"/>
            <a:ext cx="7620000" cy="1268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login for all travel services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flight, hotel, and rental car availability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itinerary generation and management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 (Part 1)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268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Booking: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Search, compare, and book flights with instant confirmation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Reservations: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Browse, filter, and reserve accommodations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 Rental Management: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Rent vehicles for your travel duration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 (Part 2)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268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Itineraries: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Create and manage complete trip itineraries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Management: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View, modify, and cancel bookings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Profiles: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Secure authentication and preference management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761"/>
            <a:ext cx="7924800" cy="113228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86645"/>
            <a:ext cx="7924800" cy="113228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4047530"/>
            <a:ext cx="7924800" cy="113228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554361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Layer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38200" y="2026741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Swing/GUI for user interface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838200" y="2915245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Logic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38200" y="3387626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Java classes for booking operations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838200" y="4276130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38200" y="4748510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for persistent storage</a:t>
            </a:r>
            <a:endParaRPr lang="en-US" sz="11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691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Core Java (OOP, Collections, File I/O)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MySQL with JDBC connectivity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Framework: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Java Swing for desktop interface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Pattern: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MVC (Model-View-Controller)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Schema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Tables: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1872"/>
            <a:ext cx="7620000" cy="1691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User credentials and profiles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Flights: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Flight information and schedules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Hotels: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Hotel details and room availability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RentalCars: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Vehicle inventory and rates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Java Classes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114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User.java: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User profile management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Flight.java: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Flight operations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Hotel.java: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Hotel booking services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RentalCar.java: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Car rental management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Itinerary.java: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Trip planning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Phases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691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Database design and setup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Core entity classes implementation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Business logic and operations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User interface development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Use Cases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536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Registration and Login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and Book Flights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 Hotels with Date Selection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Rental Vehicles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and Manage Itineraries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and Modify Bookings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Strategy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691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Testing: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Individual class methods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Testing: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Database connections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Testing: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End-to-end workflows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Acceptance: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Real-world scenarios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114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gateway integration (Stripe, PayPal)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version (Android/iOS)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AI-based travel recommendations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price tracking and alerts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Multi-currency support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4014" y="1804095"/>
            <a:ext cx="2495973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76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080458" y="2581275"/>
            <a:ext cx="9829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25189" y="3152775"/>
            <a:ext cx="269362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Travel Booking System • Java Project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2025-11-25T15:51:59Z</dcterms:created>
  <dcterms:modified xsi:type="dcterms:W3CDTF">2025-11-25T15:51:59Z</dcterms:modified>
</cp:coreProperties>
</file>